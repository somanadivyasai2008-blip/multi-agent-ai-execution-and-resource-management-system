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EBECD"/>
                </a:solidFill>
                <a:latin typeface="Aptos"/>
              </a:defRPr>
            </a:pPr>
            <a:r>
              <a:t>OPERATING SYSTEMS &amp; SYSTEMS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7F9FB"/>
                </a:solidFill>
                <a:latin typeface="Aptos"/>
              </a:defRPr>
            </a:pPr>
            <a:r>
              <a:t>Multi-Agent AI Execution</a:t>
            </a:r>
            <a:br/>
            <a:r>
              <a:t>and Resource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4612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Linux-based C application for secure and controlled multi-agent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605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EBF"/>
                </a:solidFill>
                <a:latin typeface="Aptos"/>
              </a:defRPr>
            </a:pPr>
            <a:r>
              <a:t>SECTION 03  •  TEAM 19  •  2026–27, TERM-I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70916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7F9FB"/>
                </a:solidFill>
                <a:latin typeface="Aptos"/>
              </a:defRPr>
            </a:pPr>
            <a:r>
              <a:t>S. DIVYA SAI  |  AYUSHA DAS  |  M.V.S.R HITESH  |  CHANDRAPRAKASH VEMA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8064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EBF"/>
                </a:solidFill>
                <a:latin typeface="Aptos"/>
              </a:defRPr>
            </a:pPr>
            <a:r>
              <a:t>Project Problem Statement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7F9FB"/>
                </a:solidFill>
                <a:latin typeface="Aptos"/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2EBE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881360" cy="32004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9CAEBF"/>
                </a:solidFill>
                <a:latin typeface="Aptos"/>
              </a:defRPr>
            </a:pPr>
            <a:r>
              <a:t>TEAM 19  |  SECTION 03  |  25CS2104E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1052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9CAEBF"/>
                </a:solidFill>
                <a:latin typeface="Aptos"/>
              </a:defRPr>
            </a:pPr>
            <a:r>
              <a:t>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234440"/>
            <a:ext cx="320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234440"/>
            <a:ext cx="10104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Linux-based C application designed to provide a secure and controlled environment for running multiple AI agents simultaneously.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83664"/>
            <a:ext cx="320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883664"/>
            <a:ext cx="10104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Each AI agent is created as a separate process, allowing independent execution and monitoring.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532888"/>
            <a:ext cx="320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532888"/>
            <a:ext cx="10104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Named Pipes (FIFOs) are used for structured task and execution information exchange.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54096"/>
            <a:ext cx="320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054096"/>
            <a:ext cx="10104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Restricted workspace and file-access validation control file operations.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575303"/>
            <a:ext cx="320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575303"/>
            <a:ext cx="10104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CPU and memory usage are monitored; signals control or terminate agents exceeding predefined limits.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224527"/>
            <a:ext cx="320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224527"/>
            <a:ext cx="10104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Synchronization, activity logging, and backups support reliable execution and data recovery.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7F9FB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2EBE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881360" cy="32004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9CAEBF"/>
                </a:solidFill>
                <a:latin typeface="Aptos"/>
              </a:defRPr>
            </a:pPr>
            <a:r>
              <a:t>TEAM 19  |  SECTION 03  |  25CS2104E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1052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9CAEBF"/>
                </a:solidFill>
                <a:latin typeface="Aptos"/>
              </a:defRPr>
            </a:pPr>
            <a:r>
              <a:t>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234440"/>
            <a:ext cx="320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234440"/>
            <a:ext cx="10104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Organizations need to run multiple AI agents simultaneously in a secure and controlled environment.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83664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2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Unauthorized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975104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Agents may access files outside the intended workspace.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06624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16352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Resource Overuse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798064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Agents may consume excessive CPU or memory.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9584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639312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File Conflicts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621024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Multiple agents may conflict when accessing shared files.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52544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62272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System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443983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Uncontrolled execution can lead to system instability.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7F9FB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2EBEC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881360" cy="32004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9CAEBF"/>
                </a:solidFill>
                <a:latin typeface="Aptos"/>
              </a:defRPr>
            </a:pPr>
            <a:r>
              <a:t>TEAM 19  |  SECTION 03  |  25CS2104E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1052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9CAEBF"/>
                </a:solidFill>
                <a:latin typeface="Aptos"/>
              </a:defRPr>
            </a:pPr>
            <a:r>
              <a:t>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234440"/>
            <a:ext cx="320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234440"/>
            <a:ext cx="10104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Create and manage multiple AI agents as separate processes in a Linux environment.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55648"/>
            <a:ext cx="320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755648"/>
            <a:ext cx="10104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Enable communication between agents using Named Pipes (FIFOs).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76856"/>
            <a:ext cx="320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276856"/>
            <a:ext cx="10104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Control file access and monitor CPU and memory usage of each agent.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798063"/>
            <a:ext cx="320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798063"/>
            <a:ext cx="10104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Ensure safe execution through signals, synchronization, activity logging, and file backups.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7F9FB"/>
                </a:solidFill>
                <a:latin typeface="Aptos"/>
              </a:defRPr>
            </a:pPr>
            <a: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2EBEC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881360" cy="32004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9CAEBF"/>
                </a:solidFill>
                <a:latin typeface="Aptos"/>
              </a:defRPr>
            </a:pPr>
            <a:r>
              <a:t>TEAM 19  |  SECTION 03  |  25CS2104E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1052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9CAEBF"/>
                </a:solidFill>
                <a:latin typeface="Aptos"/>
              </a:defRPr>
            </a:pPr>
            <a:r>
              <a:t>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3429000" cy="178308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EBEC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0136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7F9FB"/>
                </a:solidFill>
                <a:latin typeface="Aptos"/>
              </a:defRPr>
            </a:pPr>
            <a:r>
              <a:t>PROCESS CREATION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2971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DAE3EB"/>
                </a:solidFill>
                <a:latin typeface="Aptos"/>
              </a:defRPr>
            </a:pPr>
            <a:r>
              <a:t>Create separate Linux processes using fork().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429000" cy="178308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9903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EBE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0136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7F9FB"/>
                </a:solidFill>
                <a:latin typeface="Aptos"/>
              </a:defRPr>
            </a:pPr>
            <a:r>
              <a:t>AGENT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2971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DAE3EB"/>
                </a:solidFill>
                <a:latin typeface="Aptos"/>
              </a:defRPr>
            </a:pPr>
            <a:r>
              <a:t>Exchange task and execution information using Named Pipes (FIFOs).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234440"/>
            <a:ext cx="3429000" cy="178308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39903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EBE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80136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7F9FB"/>
                </a:solidFill>
                <a:latin typeface="Aptos"/>
              </a:defRPr>
            </a:pPr>
            <a:r>
              <a:t>FILE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194560"/>
            <a:ext cx="2971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DAE3EB"/>
                </a:solidFill>
                <a:latin typeface="Aptos"/>
              </a:defRPr>
            </a:pPr>
            <a:r>
              <a:t>Use a restricted workspace and validate file permissions.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474720"/>
            <a:ext cx="3429000" cy="178308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393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EBEC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04164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7F9FB"/>
                </a:solidFill>
                <a:latin typeface="Aptos"/>
              </a:defRPr>
            </a:pPr>
            <a:r>
              <a:t>RESOURCE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34840"/>
            <a:ext cx="2971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DAE3EB"/>
                </a:solidFill>
                <a:latin typeface="Aptos"/>
              </a:defRPr>
            </a:pPr>
            <a:r>
              <a:t>Monitor CPU and memory; use signals for agents exceeding limits.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474720"/>
            <a:ext cx="3429000" cy="178308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6393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EBEC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04164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7F9FB"/>
                </a:solidFill>
                <a:latin typeface="Aptos"/>
              </a:defRPr>
            </a:pPr>
            <a:r>
              <a:t>SYNCHRONIZATION &amp; LOGGING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434840"/>
            <a:ext cx="2971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DAE3EB"/>
                </a:solidFill>
                <a:latin typeface="Aptos"/>
              </a:defRPr>
            </a:pPr>
            <a:r>
              <a:t>Synchronize shared-file access and record activities/results.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3474720"/>
            <a:ext cx="3429000" cy="178308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6393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EBEC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04164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7F9FB"/>
                </a:solidFill>
                <a:latin typeface="Aptos"/>
              </a:defRPr>
            </a:pPr>
            <a:r>
              <a:t>BACKUP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434840"/>
            <a:ext cx="2971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DAE3EB"/>
                </a:solidFill>
                <a:latin typeface="Aptos"/>
              </a:defRPr>
            </a:pPr>
            <a:r>
              <a:t>Create backup copies before modifying workspace 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7F9FB"/>
                </a:solidFill>
                <a:latin typeface="Aptos"/>
              </a:defRPr>
            </a:pPr>
            <a:r>
              <a:t>End-to-End Project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2EBEC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881360" cy="32004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9CAEBF"/>
                </a:solidFill>
                <a:latin typeface="Aptos"/>
              </a:defRPr>
            </a:pPr>
            <a:r>
              <a:t>TEAM 19  |  SECTION 03  |  25CS2104E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1052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9CAEBF"/>
                </a:solidFill>
                <a:latin typeface="Aptos"/>
              </a:defRPr>
            </a:pPr>
            <a:r>
              <a:t>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2423160" cy="114300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746504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7F9FB"/>
                </a:solidFill>
                <a:latin typeface="Aptos"/>
              </a:defRPr>
            </a:pPr>
            <a:r>
              <a:t>CREATE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423160" cy="114300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746504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7F9FB"/>
                </a:solidFill>
                <a:latin typeface="Aptos"/>
              </a:defRPr>
            </a:pPr>
            <a:r>
              <a:t>ASSIGN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2423160" cy="114300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746504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7F9FB"/>
                </a:solidFill>
                <a:latin typeface="Aptos"/>
              </a:defRPr>
            </a:pPr>
            <a:r>
              <a:t>COMMUNICATE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417320"/>
            <a:ext cx="2423160" cy="114300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8" y="1746504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7F9FB"/>
                </a:solidFill>
                <a:latin typeface="Aptos"/>
              </a:defRPr>
            </a:pPr>
            <a:r>
              <a:t>VALIDATE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474720"/>
            <a:ext cx="2423160" cy="114300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803904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7F9FB"/>
                </a:solidFill>
                <a:latin typeface="Aptos"/>
              </a:defRPr>
            </a:pPr>
            <a:r>
              <a:t>MONITOR RESOURCES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474720"/>
            <a:ext cx="2423160" cy="114300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8728" y="3803904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7F9FB"/>
                </a:solidFill>
                <a:latin typeface="Aptos"/>
              </a:defRPr>
            </a:pPr>
            <a:r>
              <a:t>SYNCHRONIZE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474720"/>
            <a:ext cx="2423160" cy="114300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803904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7F9FB"/>
                </a:solidFill>
                <a:latin typeface="Aptos"/>
              </a:defRPr>
            </a:pPr>
            <a:r>
              <a:t>LOG RESULTS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3474720"/>
            <a:ext cx="2423160" cy="114300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3803904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7F9FB"/>
                </a:solidFill>
                <a:latin typeface="Aptos"/>
              </a:defRPr>
            </a:pPr>
            <a:r>
              <a:t>BACKUP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2356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EBECD"/>
                </a:solidFill>
                <a:latin typeface="Aptos"/>
              </a:defRPr>
            </a:pPr>
            <a:r>
              <a:t>Create Agents → Assign Tasks → Communicate → Validate Files → Monitor Resources → Synchronize → Log Results → Backup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7F9FB"/>
                </a:solidFill>
                <a:latin typeface="Aptos"/>
              </a:defRPr>
            </a:pPr>
            <a:r>
              <a:t>Operating System Concepts &amp; Linux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2EBEC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881360" cy="32004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9CAEBF"/>
                </a:solidFill>
                <a:latin typeface="Aptos"/>
              </a:defRPr>
            </a:pPr>
            <a:r>
              <a:t>TEAM 19  |  SECTION 03  |  25CS2104E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1052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9CAEBF"/>
                </a:solidFill>
                <a:latin typeface="Aptos"/>
              </a:defRPr>
            </a:pPr>
            <a:r>
              <a:t>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4416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Process Management — fork()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325880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Creates a new process to perform tasks independently.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5740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6712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Process Execution — exec()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Executes a new program/process when required.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8036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9008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Process Synchronization — wait()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971800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Allows the parent process to wait for the child process to complete.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0332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1304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File Management — open()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794759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Opens files for reading or writing project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2628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63600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File Management — read()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617720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Reads results or information.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4924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5896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File Management — write()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5440680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Writes results or information.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617220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628192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File Management — close()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6263640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Closes files after completing file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7F9FB"/>
                </a:solidFill>
                <a:latin typeface="Aptos"/>
              </a:defRPr>
            </a:pPr>
            <a:r>
              <a:t>POSIX APIs &amp;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2EBEC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881360" cy="32004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9CAEBF"/>
                </a:solidFill>
                <a:latin typeface="Aptos"/>
              </a:defRPr>
            </a:pPr>
            <a:r>
              <a:t>TEAM 19  |  SECTION 03  |  25CS2104E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1052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9CAEBF"/>
                </a:solidFill>
                <a:latin typeface="Aptos"/>
              </a:defRPr>
            </a:pPr>
            <a:r>
              <a:t>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4416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pthread_create()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325880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Creates threads for performing multiple tasks concurrently.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5740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6712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Pipes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Enable communication and data transfer between processes.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8036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9008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Mutex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971800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Prevents multiple threads from accessing shared data at the same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0332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1304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malloc() / free()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794759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Dynamically allocates and releases memory during execution.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7F9FB"/>
                </a:solidFill>
                <a:latin typeface="Aptos"/>
              </a:defRPr>
            </a:pPr>
            <a:r>
              <a:t>Team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2EBEC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881360" cy="32004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9CAEBF"/>
                </a:solidFill>
                <a:latin typeface="Aptos"/>
              </a:defRPr>
            </a:pPr>
            <a:r>
              <a:t>TEAM 19  |  SECTION 03  |  25CS2104E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1052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9CAEBF"/>
                </a:solidFill>
                <a:latin typeface="Aptos"/>
              </a:defRPr>
            </a:pPr>
            <a:r>
              <a:t>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4416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M.V.S.R Hitesh — 2520039621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325880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Process Management: fork(), exec(), and wait().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5740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6712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Chandraprakash Vema — 2520031353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File Management: open(), read(), write(), and close().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8036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9008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S. Divya Sai — 2520039622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971800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Inter-Process Communication: communication between processes using pipes and required data transfer.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0332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1304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Ayusha Das — 2520039624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794759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Synchronization &amp; Integration: mutex/threads, module integration, complete-project testing, and error handling.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7F9FB"/>
                </a:solidFill>
                <a:latin typeface="Aptos"/>
              </a:defRPr>
            </a:pPr>
            <a:r>
              <a:t>Technology Stack &amp; Development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2EBEC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881360" cy="32004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9CAEBF"/>
                </a:solidFill>
                <a:latin typeface="Aptos"/>
              </a:defRPr>
            </a:pPr>
            <a:r>
              <a:t>TEAM 19  |  SECTION 03  |  25CS2104E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1052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9CAEBF"/>
                </a:solidFill>
                <a:latin typeface="Aptos"/>
              </a:defRPr>
            </a:pPr>
            <a:r>
              <a:t>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4416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Operating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325880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Linux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5740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6712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Programming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8036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9008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Compiler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971800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GCC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0332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1304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APIs / System 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794759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POSIX APIs and Linux System Calls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2628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63600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Development &amp;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617720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Terminal / Command 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4924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5896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Code Editor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5440680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Visual Studio Code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6172200"/>
            <a:ext cx="10881360" cy="71323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6281928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EBECD"/>
                </a:solidFill>
                <a:latin typeface="Aptos"/>
              </a:defRPr>
            </a:pPr>
            <a:r>
              <a:t>Collaboration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6263640"/>
            <a:ext cx="841248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3EB"/>
                </a:solidFill>
                <a:latin typeface="Aptos"/>
              </a:defRPr>
            </a:pPr>
            <a:r>
              <a:t>Git / GitHub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7F9FB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2EBEC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881360" cy="32004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9CAEBF"/>
                </a:solidFill>
                <a:latin typeface="Aptos"/>
              </a:defRPr>
            </a:pPr>
            <a:r>
              <a:t>TEAM 19  |  SECTION 03  |  25CS2104E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1052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9CAEBF"/>
                </a:solidFill>
                <a:latin typeface="Aptos"/>
              </a:defRPr>
            </a:pPr>
            <a:r>
              <a:t>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234440"/>
            <a:ext cx="320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234440"/>
            <a:ext cx="10104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Develop a working Linux-based application using C programming and Operating System concepts.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83664"/>
            <a:ext cx="320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883664"/>
            <a:ext cx="10104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Successfully implement process management, file management, inter-process communication, and synchronization.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532888"/>
            <a:ext cx="320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532888"/>
            <a:ext cx="10104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Demonstrate Linux system calls and POSIX APIs in a practical application.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54096"/>
            <a:ext cx="320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054096"/>
            <a:ext cx="10104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Provide a reliable and efficient system that produces the expected output and handles basic errors.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7F9FB"/>
                </a:solidFill>
                <a:latin typeface="Aptos"/>
              </a:defRPr>
            </a:pPr>
            <a:r>
              <a:t>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2EBEC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881360" cy="32004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9CAEBF"/>
                </a:solidFill>
                <a:latin typeface="Aptos"/>
              </a:defRPr>
            </a:pPr>
            <a:r>
              <a:t>TEAM 19  |  SECTION 03  |  25CS2104E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1052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9CAEBF"/>
                </a:solidFill>
                <a:latin typeface="Aptos"/>
              </a:defRPr>
            </a:pPr>
            <a:r>
              <a:t>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234440"/>
            <a:ext cx="320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234440"/>
            <a:ext cx="10104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Secure and controlled multi-agent execution.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55648"/>
            <a:ext cx="320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755648"/>
            <a:ext cx="10104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Independent process-based execution and monitoring.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76856"/>
            <a:ext cx="320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276856"/>
            <a:ext cx="10104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Inter-process communication through pipes.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798063"/>
            <a:ext cx="320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798063"/>
            <a:ext cx="10104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Restricted workspace and file-access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319271"/>
            <a:ext cx="320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319271"/>
            <a:ext cx="10104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CPU and memory monitoring with signal-based control.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840479"/>
            <a:ext cx="320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840479"/>
            <a:ext cx="10104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Synchronization for shared-file access.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361688"/>
            <a:ext cx="320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361688"/>
            <a:ext cx="10104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Activity and execution-result logging.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82896"/>
            <a:ext cx="320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2EBECD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882896"/>
            <a:ext cx="10104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3EB"/>
                </a:solidFill>
                <a:latin typeface="Aptos"/>
              </a:defRPr>
            </a:pPr>
            <a:r>
              <a:t>Backup copies of modified workspace files.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7F9F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2EBEC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32688"/>
            <a:ext cx="10881360" cy="32004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9CAEBF"/>
                </a:solidFill>
                <a:latin typeface="Aptos"/>
              </a:defRPr>
            </a:pPr>
            <a:r>
              <a:t>TEAM 19  |  SECTION 03  |  25CS2104E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1052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9CAEBF"/>
                </a:solidFill>
                <a:latin typeface="Aptos"/>
              </a:defRPr>
            </a:pPr>
            <a:r>
              <a:t>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F7F9FB"/>
                </a:solidFill>
                <a:latin typeface="Aptos"/>
              </a:defRPr>
            </a:pPr>
            <a:r>
              <a:t>A practical Linux-based C project that brings core Operating System and System Programming concepts together.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2468880" cy="73152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DAE3EB"/>
                </a:solidFill>
                <a:latin typeface="Aptos"/>
              </a:defRPr>
            </a:pPr>
            <a:r>
              <a:t>Process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514600"/>
            <a:ext cx="2468880" cy="73152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DAE3EB"/>
                </a:solidFill>
                <a:latin typeface="Aptos"/>
              </a:defRPr>
            </a:pPr>
            <a:r>
              <a:t>Inter-Process Communication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2514600"/>
            <a:ext cx="2468880" cy="73152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19" y="26974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DAE3EB"/>
                </a:solidFill>
                <a:latin typeface="Aptos"/>
              </a:defRPr>
            </a:pPr>
            <a:r>
              <a:t>File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3999" y="2514600"/>
            <a:ext cx="2468880" cy="73152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39" y="26974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DAE3EB"/>
                </a:solidFill>
                <a:latin typeface="Aptos"/>
              </a:defRPr>
            </a:pPr>
            <a:r>
              <a:t>Resource Monitoring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57600"/>
            <a:ext cx="2468880" cy="73152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404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DAE3EB"/>
                </a:solidFill>
                <a:latin typeface="Aptos"/>
              </a:defRPr>
            </a:pPr>
            <a:r>
              <a:t>Signals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3657600"/>
            <a:ext cx="2468880" cy="73152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8404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DAE3EB"/>
                </a:solidFill>
                <a:latin typeface="Aptos"/>
              </a:defRPr>
            </a:pPr>
            <a:r>
              <a:t>Synchronization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657600"/>
            <a:ext cx="2468880" cy="73152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19" y="38404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DAE3EB"/>
                </a:solidFill>
                <a:latin typeface="Aptos"/>
              </a:defRPr>
            </a:pPr>
            <a:r>
              <a:t>Activity Logging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3999" y="3657600"/>
            <a:ext cx="2468880" cy="731520"/>
          </a:xfrm>
          <a:prstGeom prst="roundRect">
            <a:avLst/>
          </a:prstGeom>
          <a:solidFill>
            <a:srgbClr val="16263D"/>
          </a:solidFill>
          <a:ln>
            <a:solidFill>
              <a:srgbClr val="2E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39" y="38404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DAE3EB"/>
                </a:solidFill>
                <a:latin typeface="Aptos"/>
              </a:defRPr>
            </a:pPr>
            <a:r>
              <a:t>Backup &amp; Recovery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1663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EBECD"/>
                </a:solidFill>
                <a:latin typeface="Aptos"/>
              </a:defRPr>
            </a:pPr>
            <a:r>
              <a:t>Expected direction: secure • reliable • efficient • controlled multi-agent execution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800" b="1">
                <a:solidFill>
                  <a:srgbClr val="F7F9FB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EBECD"/>
                </a:solidFill>
                <a:latin typeface="Aptos"/>
              </a:defRPr>
            </a:pPr>
            <a:r>
              <a:t>Multi-Agent AI Execution and Resource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DAE3EB"/>
                </a:solidFill>
                <a:latin typeface="Aptos"/>
              </a:defRPr>
            </a:pPr>
            <a:r>
              <a:t>Team 19  |  Section 03  |  Operating Systems &amp; Systems 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